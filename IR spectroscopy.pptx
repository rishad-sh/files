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7E794-B3AE-4C47-BC23-0E931C65569F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BD2E-5249-4977-BD3A-E8B712ECB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613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7E794-B3AE-4C47-BC23-0E931C65569F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BD2E-5249-4977-BD3A-E8B712ECB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407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7E794-B3AE-4C47-BC23-0E931C65569F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BD2E-5249-4977-BD3A-E8B712ECB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061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7E794-B3AE-4C47-BC23-0E931C65569F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BD2E-5249-4977-BD3A-E8B712ECB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114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7E794-B3AE-4C47-BC23-0E931C65569F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BD2E-5249-4977-BD3A-E8B712ECB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322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7E794-B3AE-4C47-BC23-0E931C65569F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BD2E-5249-4977-BD3A-E8B712ECB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701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7E794-B3AE-4C47-BC23-0E931C65569F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BD2E-5249-4977-BD3A-E8B712ECB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250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7E794-B3AE-4C47-BC23-0E931C65569F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BD2E-5249-4977-BD3A-E8B712ECB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99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7E794-B3AE-4C47-BC23-0E931C65569F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BD2E-5249-4977-BD3A-E8B712ECB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56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7E794-B3AE-4C47-BC23-0E931C65569F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BD2E-5249-4977-BD3A-E8B712ECB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098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7E794-B3AE-4C47-BC23-0E931C65569F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14BD2E-5249-4977-BD3A-E8B712ECB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127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67E794-B3AE-4C47-BC23-0E931C65569F}" type="datetimeFigureOut">
              <a:rPr lang="en-US" smtClean="0"/>
              <a:t>4/14/2022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14BD2E-5249-4977-BD3A-E8B712ECBC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455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235" y="169816"/>
            <a:ext cx="6878010" cy="39057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76549" y="378823"/>
            <a:ext cx="378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743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535" y="1218418"/>
            <a:ext cx="6849431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028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284" y="1499918"/>
            <a:ext cx="6849431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200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284" y="1480865"/>
            <a:ext cx="6849431" cy="389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019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6995" y="1466576"/>
            <a:ext cx="6878010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523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284" y="1485629"/>
            <a:ext cx="6849431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137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547" y="1480865"/>
            <a:ext cx="7744906" cy="389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589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2</Words>
  <Application>Microsoft Office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Rishad</dc:creator>
  <cp:lastModifiedBy>Rishad</cp:lastModifiedBy>
  <cp:revision>7</cp:revision>
  <dcterms:created xsi:type="dcterms:W3CDTF">2022-04-14T06:24:45Z</dcterms:created>
  <dcterms:modified xsi:type="dcterms:W3CDTF">2022-04-14T17:49:52Z</dcterms:modified>
</cp:coreProperties>
</file>