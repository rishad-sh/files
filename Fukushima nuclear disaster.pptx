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8133" y="1008846"/>
            <a:ext cx="8676222" cy="3200400"/>
          </a:xfrm>
        </p:spPr>
        <p:txBody>
          <a:bodyPr/>
          <a:lstStyle/>
          <a:p>
            <a:r>
              <a:rPr lang="en-US" dirty="0" smtClean="0"/>
              <a:t>Fukushima nuclear disaster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49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155325" y="180304"/>
            <a:ext cx="70576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                                     </a:t>
            </a:r>
            <a:r>
              <a:rPr lang="en-US" sz="60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Nuclear Energy</a:t>
            </a:r>
            <a:endParaRPr lang="en-US" sz="6000" dirty="0"/>
          </a:p>
        </p:txBody>
      </p:sp>
      <p:sp>
        <p:nvSpPr>
          <p:cNvPr id="10" name="TextBox 9"/>
          <p:cNvSpPr txBox="1"/>
          <p:nvPr/>
        </p:nvSpPr>
        <p:spPr>
          <a:xfrm>
            <a:off x="3425780" y="2884868"/>
            <a:ext cx="4121240" cy="255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468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19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200</TotalTime>
  <Words>6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Mesh</vt:lpstr>
      <vt:lpstr>Fukushima nuclear disaster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Fukushima nuclear disaster</dc:title>
  <dc:creator>Rishad</dc:creator>
  <cp:lastModifiedBy>Rishad</cp:lastModifiedBy>
  <cp:revision>4</cp:revision>
  <dcterms:created xsi:type="dcterms:W3CDTF">2022-03-26T05:10:54Z</dcterms:created>
  <dcterms:modified xsi:type="dcterms:W3CDTF">2022-03-26T08:31:11Z</dcterms:modified>
</cp:coreProperties>
</file>